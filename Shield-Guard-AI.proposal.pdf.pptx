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24384000" cy="13716000"/>
  <p:notesSz cx="6858000" cy="9144000"/>
  <p:embeddedFontLst>
    <p:embeddedFont>
      <p:font typeface="Ubuntu Bold" charset="1" panose="020B0804030602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4384000" cy="13716000"/>
          </a:xfrm>
          <a:custGeom>
            <a:avLst/>
            <a:gdLst/>
            <a:ahLst/>
            <a:cxnLst/>
            <a:rect r="r" b="b" t="t" l="l"/>
            <a:pathLst>
              <a:path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6981825" cy="6572250"/>
          </a:xfrm>
          <a:custGeom>
            <a:avLst/>
            <a:gdLst/>
            <a:ahLst/>
            <a:cxnLst/>
            <a:rect r="r" b="b" t="t" l="l"/>
            <a:pathLst>
              <a:path h="6572250" w="6981825">
                <a:moveTo>
                  <a:pt x="0" y="0"/>
                </a:moveTo>
                <a:lnTo>
                  <a:pt x="6981825" y="0"/>
                </a:lnTo>
                <a:lnTo>
                  <a:pt x="6981825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64625" y="2286000"/>
            <a:ext cx="2619375" cy="3429000"/>
          </a:xfrm>
          <a:custGeom>
            <a:avLst/>
            <a:gdLst/>
            <a:ahLst/>
            <a:cxnLst/>
            <a:rect r="r" b="b" t="t" l="l"/>
            <a:pathLst>
              <a:path h="3429000" w="2619375">
                <a:moveTo>
                  <a:pt x="0" y="0"/>
                </a:moveTo>
                <a:lnTo>
                  <a:pt x="2619375" y="0"/>
                </a:lnTo>
                <a:lnTo>
                  <a:pt x="2619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3350" y="11144250"/>
            <a:ext cx="2619375" cy="2571750"/>
          </a:xfrm>
          <a:custGeom>
            <a:avLst/>
            <a:gdLst/>
            <a:ahLst/>
            <a:cxnLst/>
            <a:rect r="r" b="b" t="t" l="l"/>
            <a:pathLst>
              <a:path h="2571750" w="2619375">
                <a:moveTo>
                  <a:pt x="0" y="0"/>
                </a:moveTo>
                <a:lnTo>
                  <a:pt x="2619375" y="0"/>
                </a:lnTo>
                <a:lnTo>
                  <a:pt x="2619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53273" y="1745126"/>
            <a:ext cx="2638425" cy="3714750"/>
          </a:xfrm>
          <a:custGeom>
            <a:avLst/>
            <a:gdLst/>
            <a:ahLst/>
            <a:cxnLst/>
            <a:rect r="r" b="b" t="t" l="l"/>
            <a:pathLst>
              <a:path h="3714750" w="2638425">
                <a:moveTo>
                  <a:pt x="0" y="0"/>
                </a:moveTo>
                <a:lnTo>
                  <a:pt x="2638425" y="0"/>
                </a:lnTo>
                <a:lnTo>
                  <a:pt x="2638425" y="3714750"/>
                </a:lnTo>
                <a:lnTo>
                  <a:pt x="0" y="3714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24473" y="1611776"/>
            <a:ext cx="5925312" cy="102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5"/>
              </a:lnSpc>
            </a:pPr>
            <a:r>
              <a:rPr lang="en-US" sz="5846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Project Proposal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24473" y="3287435"/>
            <a:ext cx="11111596" cy="565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Presented to : 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           Mam Nabiha Komal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Presented by: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           Moeen Haider 49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           Abdullah Shaher Yar 45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Project: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            FraudShield Detection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Date:</a:t>
            </a:r>
          </a:p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2A3E51"/>
                </a:solidFill>
                <a:latin typeface="Ubuntu Bold"/>
                <a:ea typeface="Ubuntu Bold"/>
                <a:cs typeface="Ubuntu Bold"/>
                <a:sym typeface="Ubuntu Bold"/>
              </a:rPr>
              <a:t>                           May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384000" cy="13716000"/>
            <a:chOff x="0" y="0"/>
            <a:chExt cx="32512000" cy="1828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12000" cy="18288000"/>
            </a:xfrm>
            <a:custGeom>
              <a:avLst/>
              <a:gdLst/>
              <a:ahLst/>
              <a:cxnLst/>
              <a:rect r="r" b="b" t="t" l="l"/>
              <a:pathLst>
                <a:path h="18288000" w="32512000">
                  <a:moveTo>
                    <a:pt x="0" y="0"/>
                  </a:moveTo>
                  <a:lnTo>
                    <a:pt x="32512000" y="0"/>
                  </a:lnTo>
                  <a:lnTo>
                    <a:pt x="32512000" y="18288000"/>
                  </a:lnTo>
                  <a:lnTo>
                    <a:pt x="0" y="182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DAHJgxUYd2M</dc:identifier>
  <dcterms:modified xsi:type="dcterms:W3CDTF">2011-08-01T06:04:30Z</dcterms:modified>
  <cp:revision>1</cp:revision>
  <dc:title>Shield-Guard-AI.proposal.pdf</dc:title>
</cp:coreProperties>
</file>